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ADCFC"/>
                </a:solidFill>
              </a:rPr>
              <a:t>📊 BUSINESS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Capstone Project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Real-World Data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Customer Churn  ·  House Prices  ·  Sales Performance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June 2025  |  Python  |  scikit-learn  |  3 Datasets  |  500+ Rows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11480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89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🎯  Business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7922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Churn risk · Property valuation · Revenue optimisation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411480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389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🛠️  Methodology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7922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EDA → Feature Engineering → ML Models →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11480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📈  3 Datasets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34670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500 churn records · 300 property listings · 100 sales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4114800" cy="128016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💡  12 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34670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Prioritised, time-boxed, with measurable KPIs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CUSTOMER CHURN — EXPLORATORY ANALYSIS</a:t>
            </a:r>
            <a:endParaRPr lang="en-US" sz="1800" dirty="0"/>
          </a:p>
        </p:txBody>
      </p:sp>
      <p:pic>
        <p:nvPicPr>
          <p:cNvPr id="4" name="Image 0" descr="/home/claude/capstone/reports/fig1_churn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51560"/>
            <a:ext cx="886968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CHURN PREDICTION MODEL — RESULTS</a:t>
            </a:r>
            <a:endParaRPr lang="en-US" sz="1800" dirty="0"/>
          </a:p>
        </p:txBody>
      </p:sp>
      <p:pic>
        <p:nvPicPr>
          <p:cNvPr id="4" name="Image 0" descr="/home/claude/capstone/reports/fig4_churn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51560"/>
            <a:ext cx="88696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526280"/>
            <a:ext cx="20116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Random Forest Accuracy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~90%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468880" y="4526280"/>
            <a:ext cx="20116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Top Churn Driver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Contract Type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Current Churn Rate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10.6%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858000" y="4526280"/>
            <a:ext cx="20116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 Churn Rate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&lt; 8%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HOUSE PRICES — EXPLORATORY ANALYSIS</a:t>
            </a:r>
            <a:endParaRPr lang="en-US" sz="1800" dirty="0"/>
          </a:p>
        </p:txBody>
      </p:sp>
      <p:pic>
        <p:nvPicPr>
          <p:cNvPr id="4" name="Image 0" descr="/home/claude/capstone/reports/fig2_house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51560"/>
            <a:ext cx="886968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HOUSE PRICE REGRESSION — MODEL PERFORMANCE</a:t>
            </a:r>
            <a:endParaRPr lang="en-US" sz="1800" dirty="0"/>
          </a:p>
        </p:txBody>
      </p:sp>
      <p:pic>
        <p:nvPicPr>
          <p:cNvPr id="4" name="Image 0" descr="/home/claude/capstone/reports/fig5_house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51560"/>
            <a:ext cx="88696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52628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R² Score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~0.85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468880" y="452628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Best Model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#1 Driver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Area (sq ft)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858000" y="4526280"/>
            <a:ext cx="201168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Urban Premium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+40%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SALES PERFORMANCE — EXPLORATORY ANALYSIS</a:t>
            </a:r>
            <a:endParaRPr lang="en-US" sz="1800" dirty="0"/>
          </a:p>
        </p:txBody>
      </p:sp>
      <p:pic>
        <p:nvPicPr>
          <p:cNvPr id="4" name="Image 0" descr="/home/claude/capstone/reports/fig3_sales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51560"/>
            <a:ext cx="886968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SALES TREND &amp; STATISTICAL SIGNIFICANCE</a:t>
            </a:r>
            <a:endParaRPr lang="en-US" sz="1800" dirty="0"/>
          </a:p>
        </p:txBody>
      </p:sp>
      <p:pic>
        <p:nvPicPr>
          <p:cNvPr id="4" name="Image 0" descr="/home/claude/capstone/reports/fig6_sales_advan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51560"/>
            <a:ext cx="88696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52628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ANOVA p-value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&lt; 0.05 ✅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468880" y="452628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Top Product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Phones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Top Region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South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858000" y="452628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Qty-Revenue 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~0.80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83464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Churn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Discount annual plans by 10-15%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251460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60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90-day onboarding for new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352044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66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Senior customer support tier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83464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🟢 Real Estate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Market by area band (premium &gt;3500sqft)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251460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560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Prioritise urban acquisitions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352044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566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Renovation loans for aged stock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83464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🔵 Sales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Protect phone margins (40%+ revenue)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51460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60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Replicate South playbook to other regions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52044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566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Q1 bundle promotions to offset dip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83464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30-Day Quick Wins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Deploy churn risk scoring in CRM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251460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60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Contract upgrade campaign (12% off)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352044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66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Shift 20% ad budget to South region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83464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60-Day Medium-Term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A/B test onboarding email sequence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251460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560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Urban property fast-track listings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352044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566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Phone bundle promotions all regions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83464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90-Day Strategic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Real-time churn dashboard (Streamlit)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51460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60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Price elasticity study for 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520440"/>
            <a:ext cx="2834640" cy="868680"/>
          </a:xfrm>
          <a:prstGeom prst="rect">
            <a:avLst/>
          </a:prstGeom>
          <a:solidFill>
            <a:srgbClr val="F2F4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5661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Automated monthly sales variance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Success Metric: Churn &lt; 8%  ·  West/North Sales +15% QoQ  ·  Avg Days on Market -15%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1371600"/>
          </a:xfrm>
          <a:prstGeom prst="rect">
            <a:avLst/>
          </a:prstGeom>
          <a:solidFill>
            <a:srgbClr val="F96167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Data-Driven Decisions, Built to Last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📓 Notebook: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notebooks/capstone_analysis.ipynb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📁 Data: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data/  (raw + cleaned CSVs)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📊 Figures: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reports/  (6 professional charts)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 Capstone</dc:title>
  <dc:subject>PptxGenJS Presentation</dc:subject>
  <dc:creator>Data Analytics Student</dc:creator>
  <cp:lastModifiedBy>Data Analytics Student</cp:lastModifiedBy>
  <cp:revision>1</cp:revision>
  <dcterms:created xsi:type="dcterms:W3CDTF">2026-06-03T05:07:14Z</dcterms:created>
  <dcterms:modified xsi:type="dcterms:W3CDTF">2026-06-03T05:07:14Z</dcterms:modified>
</cp:coreProperties>
</file>